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1512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16000"/>
            <a:ext cx="6983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503999"/>
            <a:ext cx="6983999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Noto Sans Hebrew"/>
              </a:rPr>
              <a:t>אנגלית שתלמידים רוצים לעשות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080000"/>
            <a:ext cx="698399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Hebrew"/>
              </a:rPr>
              <a:t>Vocaband — כלי דיגיטלי למורי אנגלית, מותאם לכיתה הישראלית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72000" y="1728000"/>
            <a:ext cx="1800000" cy="30600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Hebrew"/>
              </a:rPr>
              <a:t>הבעיה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106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תלמידים שוכחים מילים באותו קצב שלומדים אותן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פערים גדולים בכיתה אחת — שיעור אחד לא מתאים לכל התלמידים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אין למורה זמן לתת תרגול אישי ל-30 תלמידים בו זמנית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אחרי שנים של שיבושים — הפערים רק התרחבו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72000" y="3816000"/>
            <a:ext cx="1800000" cy="306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Hebrew"/>
              </a:rPr>
              <a:t>על מה זה בנוי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4194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מדע הלמידה: חזרה מרווחת + גיוון בתרגול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עיצוב משחקי: מוטיבציה פנימית במקום כפיה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מציאות הכיתה: אוטומציה למורה, אנרגיה לתלמיד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72000" y="5436000"/>
            <a:ext cx="1800000" cy="306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Hebrew"/>
              </a:rPr>
              <a:t>מה את/ה מקבל/ת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5813999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בניית מטלות בדקה — לבחור מילים מוכנות או להעלות רשימה משלך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צילום של רשימת מילים מהספר → המערכת מזהה ומתרגמת אוטומטית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בדיקה אוטומטית של תרגילים עם משוב מיידי לתלמיד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דוחות התקדמות לכל תלמיד — מי מתקשה, מי משתעמם, מי מתקדם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Live Challenge — תחרות בזמן אמת על המסך הגדול בכיתה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Quick Play — פעילות כיתתית מהירה עם QR, ללא הרשמה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הקראה ותרגום לעברית ולערבית — בכל מילה, אוטומטית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2000" y="8352000"/>
            <a:ext cx="1800000" cy="306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Hebrew"/>
              </a:rPr>
              <a:t>התלמיד יקבל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8730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15 משחקים שונים על אותן מילים — בלי שעמום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נקודות, רצפים יומיים, אווטרים, חיות מחמד, תארים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Hebrew"/>
              </a:rPr>
              <a:t>•  תחרויות כיתתיות חיות — חוויה שמדברים עליה בהפסקה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9900000"/>
            <a:ext cx="7560000" cy="792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10026000"/>
            <a:ext cx="6983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Noto Sans Hebrew"/>
              </a:rPr>
              <a:t>ניסיון חינם לכיתה אחת, חודש שלם, ללא התחייבות — אנחנו מקימים את הכיתה איתך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