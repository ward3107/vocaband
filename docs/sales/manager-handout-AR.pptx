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1512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216000"/>
            <a:ext cx="698399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ejaVu Sans"/>
              </a:rPr>
              <a:t>VOCABAND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503999"/>
            <a:ext cx="6983999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Noto Sans Arabic"/>
              </a:rPr>
              <a:t>تحكُّم، رقابة، أمان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080000"/>
            <a:ext cx="698399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Noto Sans Arabic"/>
              </a:rPr>
              <a:t>Vocaband — منصة بمستوى المدرسة، ببيانات موضوعية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72000" y="1728000"/>
            <a:ext cx="1800000" cy="30600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106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فجوات لغوية كبيرة كما لم تكن من قبل بين الطلاب في إسرائيل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لا توجد طريقة لرصد الطلاب المعرَّضين للخطر قبل فوات الأوان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المعلمون مرهقون — لا توجد بيانات موضوعية عمّا يجري في الصف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الأهل والإشراف يطالبون بالشفافية — بلا أداة، لا شيء يُعرض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72000" y="3816000"/>
            <a:ext cx="1800000" cy="3060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الأسس التي بُني عليها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4194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نفس المبادئ: علم التعلّم، التلعيب، الأتمتة للمعلم/ة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طُوِّر من الصفر لمدارس إسرائيل — وليس ترجمة لمنتج أجنبي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بنية أمان مدمجة منذ اليوم الأول — وليست رقعة لاحقة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2000" y="5436000"/>
            <a:ext cx="1800000" cy="3060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ما الذي تحصل/ين عليه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5813999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لوحة تحكم واحدة لجميع صفوف المدرسة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بيانات موضوعية: تقدُّم، مثابرة، نسب دقة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رصد مبكر للطلاب المعرَّضين للخطر — قبل الوصول إلى الامتحانات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تقارير جاهزة للأهل وللإشراف — صورة واحدة لكل المدرسة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تخزين في أوروبا (فرانكفورت) — توافق GDPR + قانون حماية الخصوصية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بدون إعلانات، بدون بيع بيانات، بدون مشتريات داخل التطبيق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تُختبر بانتظام في اختبارات الاختراق (Penetration Tests)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2000" y="8352000"/>
            <a:ext cx="1800000" cy="30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Noto Sans Arabic"/>
              </a:rPr>
              <a:t>نظرة مستقبلية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8730000"/>
            <a:ext cx="6983999" cy="21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منصة واحدة — لكل مادة تتطلب الحفظ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المحرك مُهيَّأ للتوسع إلى العبرية، العربية، العلوم، التاريخ والمزيد</a:t>
            </a:r>
          </a:p>
          <a:p>
            <a:pPr algn="r" rtl="1">
              <a:lnSpc>
                <a:spcPct val="140000"/>
              </a:lnSpc>
              <a:spcAft>
                <a:spcPts val="200"/>
              </a:spcAft>
            </a:pPr>
            <a:r>
              <a:rPr sz="1200">
                <a:solidFill>
                  <a:srgbClr val="0F172A"/>
                </a:solidFill>
                <a:latin typeface="Noto Sans Arabic"/>
              </a:rPr>
              <a:t>•  استثمار في أداة واحدة تنمو مع المدرسة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900000"/>
            <a:ext cx="7560000" cy="792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10026000"/>
            <a:ext cx="6983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Noto Sans Arabic"/>
              </a:rPr>
              <a:t>تجربة دون التزام — صف واحد، شهر كامل، نساعد في الإعداد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