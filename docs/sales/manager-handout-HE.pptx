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1512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16000"/>
            <a:ext cx="698399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DejaVu Sans"/>
              </a:rPr>
              <a:t>VOCABAND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503999"/>
            <a:ext cx="6983999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Noto Sans Hebrew"/>
              </a:rPr>
              <a:t>שליטה, בקרה, בטיחות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080000"/>
            <a:ext cx="698399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Noto Sans Hebrew"/>
              </a:rPr>
              <a:t>Vocaband — פלטפורמה ברמת בית ספר, עם נתונים אובייקטיביים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72000" y="1728000"/>
            <a:ext cx="1800000" cy="30600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Hebrew"/>
              </a:rPr>
              <a:t>הבעיה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106000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פערי שפה גדולים מאי-פעם בקרב תלמידים בישראל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אין דרך לאתר תלמידים בסיכון לפני שמאוחר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המורים עמוסים — אין נתונים אובייקטיביים על מה קורה בכיתה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הורים ופיקוח דורשים שקיפות — בלי כלי, אין מה להראות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72000" y="3816000"/>
            <a:ext cx="1800000" cy="3060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Hebrew"/>
              </a:rPr>
              <a:t>על מה זה בנוי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4194000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אותם עקרונות: מדע למידה, גימיפיקציה, אוטומציה למורה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פותח מאפס לבתי ספר בישראל — לא תרגום של מוצר זר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ארכיטקטורת בטיחות מובנית מהיום הראשון — לא טלאי בדיעבד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72000" y="5436000"/>
            <a:ext cx="1800000" cy="3060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Hebrew"/>
              </a:rPr>
              <a:t>מה את/ה מקבל/ת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5813999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לוח בקרה אחד לכל הכיתות בבית הספר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נתונים אובייקטיביים: התקדמות, התמדה, אחוזי דיוק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זיהוי מוקדם של תלמידים בסיכון — לפני שמגיעים למבחנים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דוחות מוכנים להורים ולפיקוח — פנים אחת לכל בית הספר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אחסון באירופה (פרנקפורט) — תאימות GDPR + חוק הגנת הפרטיות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ללא פרסומות, ללא מכירת נתונים, ללא רכישות בתוך האפליקציה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נבדק באופן שוטף בבדיקות חדירה (Penetration Tests)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72000" y="8352000"/>
            <a:ext cx="1800000" cy="306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Hebrew"/>
              </a:rPr>
              <a:t>צופה פני עתיד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8730000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פלטפורמה אחת — לכל מקצוע שדורש שינון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המנוע מותאם להרחבה לעברית, ערבית, מדעים, היסטוריה ועוד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השקעה בכלי אחד שצומח עם בית הספר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9900000"/>
            <a:ext cx="7560000" cy="792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" y="10026000"/>
            <a:ext cx="6983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Noto Sans Hebrew"/>
              </a:rPr>
              <a:t>פיילוט ללא התחייבות — כיתה אחת, חודש שלם, אנחנו עוזרים בהקמה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