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1512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16000"/>
            <a:ext cx="6983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03999"/>
            <a:ext cx="6983999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Noto Sans Arabic"/>
              </a:rPr>
              <a:t>إنجليزية يحب الطلاب أن يتعلموها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80000"/>
            <a:ext cx="698399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Arabic"/>
              </a:rPr>
              <a:t>Vocaband — أداة رقمية لمعلمي اللغة الإنجليزية، مُصمَّمة للصف الإسرائيلي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72000" y="1728000"/>
            <a:ext cx="1800000" cy="306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106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الطلاب ينسون الكلمات بنفس سرعة تعلُّمها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فجوات كبيرة داخل الصف الواحد — درس واحد لا يناسب جميع الطلاب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لا يجد المعلم/ة الوقت لتقديم تدريب فردي لـ 30 طالبًا في آنٍ واحد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بعد سنوات من الاضطرابات — اتسعت الفجوات أكثر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2000" y="3816000"/>
            <a:ext cx="1800000" cy="306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الأسس التي بُني عليها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4194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علم التعلّم: التكرار المتباعد + تنويع التدريب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تصميم لعبة: دافعية داخلية بدلًا من الإلزام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واقع الصف: أتمتة للمعلم/ة، طاقة للطالب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2000" y="5436000"/>
            <a:ext cx="1800000" cy="306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ما الذي تحصل/ين عليه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813999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بناء مهام في دقيقة — اختاري كلمات جاهزة أو ارفعي قائمتك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صورة لقائمة كلمات من الكتاب → النظام يتعرف عليها ويترجمها تلقائيًا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تصحيح آلي للتمارين مع تغذية راجعة فورية للطالب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تقارير تقدُّم لكل طالب — من يعاني، من يمل، من يتقدم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Live Challenge — منافسة بالوقت الحقيقي على الشاشة الكبيرة في الصف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Quick Play — نشاط صفّي سريع برمز QR، دون تسجيل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نطق وترجمة للعبرية والعربية — لكل كلمة، تلقائيًا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2000" y="8352000"/>
            <a:ext cx="1800000" cy="30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ما يحصل عليه الطالب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8730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15 لعبة مختلفة على الكلمات نفسها — دون ملل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نقاط، سلاسل يومية، أفاتارات، حيوانات أليفة، ألقاب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منافسات صفّية حية — تجربة يتحدثون عنها في الاستراحة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900000"/>
            <a:ext cx="7560000" cy="7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10026000"/>
            <a:ext cx="6983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Noto Sans Arabic"/>
              </a:rPr>
              <a:t>تجربة مجانية لصف واحد، شهر كامل، دون التزام — نُعدّ الصف معك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